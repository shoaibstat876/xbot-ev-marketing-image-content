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3479180"/>
  <p:notesSz cx="347918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61679"/>
            <a:ext cx="2560320" cy="0"/>
          </a:xfrm>
          <a:prstGeom prst="line">
            <a:avLst/>
          </a:prstGeom>
          <a:noFill/>
          <a:ln w="1270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347918"/>
            <a:ext cx="1645920" cy="0"/>
          </a:xfrm>
          <a:prstGeom prst="line">
            <a:avLst/>
          </a:prstGeom>
          <a:noFill/>
          <a:ln w="12700">
            <a:solidFill>
              <a:srgbClr val="00D4D4">
                <a:alpha val="45000"/>
              </a:srgbClr>
            </a:solidFill>
            <a:prstDash val="solid"/>
          </a:ln>
        </p:spPr>
      </p:sp>
      <p:pic>
        <p:nvPicPr>
          <p:cNvPr id="4" name="Image 0" descr="/mnt/data/xbot_logo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"/>
            <a:ext cx="3611880" cy="841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188720"/>
            <a:ext cx="36576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SMARTER MOBILITY. STRONGER FUTURE.</a:t>
            </a:r>
            <a:endParaRPr lang="en-US" sz="640" dirty="0"/>
          </a:p>
        </p:txBody>
      </p:sp>
      <p:sp>
        <p:nvSpPr>
          <p:cNvPr id="6" name="Text 3"/>
          <p:cNvSpPr/>
          <p:nvPr/>
        </p:nvSpPr>
        <p:spPr>
          <a:xfrm>
            <a:off x="566928" y="1426464"/>
            <a:ext cx="4251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50" b="1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SMARTER MOBILITY.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66928" y="1691640"/>
            <a:ext cx="41605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i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STRONGER FUTURE.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576072" y="2011680"/>
            <a:ext cx="3977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electric mobility for the modern rider.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03504" y="2523744"/>
            <a:ext cx="256032" cy="256032"/>
          </a:xfrm>
          <a:prstGeom prst="ellipse">
            <a:avLst/>
          </a:prstGeom>
          <a:solidFill>
            <a:srgbClr val="03101D">
              <a:alpha val="92000"/>
            </a:srgbClr>
          </a:solidFill>
          <a:ln w="12700">
            <a:solidFill>
              <a:srgbClr val="00D4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2514600"/>
            <a:ext cx="8869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50976" y="2688336"/>
            <a:ext cx="88696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2157984" y="2523744"/>
            <a:ext cx="256032" cy="256032"/>
          </a:xfrm>
          <a:prstGeom prst="ellipse">
            <a:avLst/>
          </a:prstGeom>
          <a:solidFill>
            <a:srgbClr val="03101D">
              <a:alpha val="92000"/>
            </a:srgbClr>
          </a:solidFill>
          <a:ln w="12700">
            <a:solidFill>
              <a:srgbClr val="00D4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05456" y="2514600"/>
            <a:ext cx="1207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505456" y="2688336"/>
            <a:ext cx="120700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3822192" y="2523744"/>
            <a:ext cx="256032" cy="256032"/>
          </a:xfrm>
          <a:prstGeom prst="ellipse">
            <a:avLst/>
          </a:prstGeom>
          <a:solidFill>
            <a:srgbClr val="03101D">
              <a:alpha val="92000"/>
            </a:srgbClr>
          </a:solidFill>
          <a:ln w="12700">
            <a:solidFill>
              <a:srgbClr val="00D4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69664" y="2514600"/>
            <a:ext cx="79552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169664" y="2688336"/>
            <a:ext cx="79552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endParaRPr lang="en-US" sz="580" dirty="0"/>
          </a:p>
        </p:txBody>
      </p:sp>
      <p:pic>
        <p:nvPicPr>
          <p:cNvPr id="18" name="Image 1" descr="/mnt/data/blue_scooter_cut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932688"/>
            <a:ext cx="3182112" cy="21488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03504" y="3255264"/>
            <a:ext cx="28346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VISION. LIMITLESS FUTURE.</a:t>
            </a:r>
            <a:endParaRPr lang="en-US" sz="6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61679"/>
            <a:ext cx="2560320" cy="0"/>
          </a:xfrm>
          <a:prstGeom prst="line">
            <a:avLst/>
          </a:prstGeom>
          <a:noFill/>
          <a:ln w="12700">
            <a:solidFill>
              <a:srgbClr val="00D4D4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347918"/>
            <a:ext cx="1645920" cy="0"/>
          </a:xfrm>
          <a:prstGeom prst="line">
            <a:avLst/>
          </a:prstGeom>
          <a:noFill/>
          <a:ln w="1270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8321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XBOT EV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i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Governance Plan — Facebook Cover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11480" y="1088136"/>
            <a:ext cx="8321040" cy="0"/>
          </a:xfrm>
          <a:prstGeom prst="line">
            <a:avLst/>
          </a:prstGeom>
          <a:noFill/>
          <a:ln w="889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4023360" cy="537935"/>
          </a:xfrm>
          <a:prstGeom prst="roundRect">
            <a:avLst>
              <a:gd name="adj" fmla="val 13599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53896"/>
            <a:ext cx="36941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Purpose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6072" y="1719072"/>
            <a:ext cx="3694176" cy="3501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Build a wide brand billboard for profile/page visibility, using a calmer composition that communicates the brand identity at a glance.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023360" cy="537935"/>
          </a:xfrm>
          <a:prstGeom prst="roundRect">
            <a:avLst>
              <a:gd name="adj" fmla="val 13599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453896"/>
            <a:ext cx="36941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Why We Use This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73752" y="1719072"/>
            <a:ext cx="3694176" cy="3501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format: Facebook cover space is wide and shallow, so the design separates message on the left and scooter on the right, avoiding cramped text.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411480" y="1973543"/>
            <a:ext cx="4023360" cy="537935"/>
          </a:xfrm>
          <a:prstGeom prst="roundRect">
            <a:avLst>
              <a:gd name="adj" fmla="val 13599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101559"/>
            <a:ext cx="36941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How It Benefits The Organization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6072" y="2366735"/>
            <a:ext cx="3694176" cy="3501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Organizational benefit: strengthens page professionalism, supports campaign consistency across platforms, and gives the organization a reusable hero banner.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4709160" y="1973543"/>
            <a:ext cx="4023360" cy="537935"/>
          </a:xfrm>
          <a:prstGeom prst="roundRect">
            <a:avLst>
              <a:gd name="adj" fmla="val 13599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2101559"/>
            <a:ext cx="36941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 Governance Controls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73752" y="2366735"/>
            <a:ext cx="3694176" cy="3501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used: minimal copy, approved brand attributes, wide-safe composition, logo prominence, consistent color palette, and no unverifiable performance claims.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411480" y="2621206"/>
            <a:ext cx="8321040" cy="537935"/>
          </a:xfrm>
          <a:prstGeom prst="roundRect">
            <a:avLst>
              <a:gd name="adj" fmla="val 13599"/>
            </a:avLst>
          </a:prstGeom>
          <a:solidFill>
            <a:srgbClr val="071B30">
              <a:alpha val="96000"/>
            </a:srgbClr>
          </a:solidFill>
          <a:ln w="10160">
            <a:solidFill>
              <a:srgbClr val="00D4D4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2749222"/>
            <a:ext cx="7991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5. QA / Evidence Before Submission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76072" y="3014398"/>
            <a:ext cx="7991856" cy="3501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evidence: checked wide readability, central/safe area composition, brand alignment, low text clutter, and correct 1640 × 624 working size.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411480" y="3204860"/>
            <a:ext cx="83210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C8CD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→ BACKEND-STYLE GOVERNANCE THINKING → QA → DEPLOYMENT-READY EXPORTS → DOCS → SUBMISSION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XBOT 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XBOT EV Facebook Cover — Editable With Governance</dc:title>
  <dc:subject>XBOT EV Facebook Cover — Editable With Governance</dc:subject>
  <dc:creator>OpenAI</dc:creator>
  <cp:lastModifiedBy>OpenAI</cp:lastModifiedBy>
  <cp:revision>1</cp:revision>
  <dcterms:created xsi:type="dcterms:W3CDTF">2026-09-06T00:22:26Z</dcterms:created>
  <dcterms:modified xsi:type="dcterms:W3CDTF">2026-09-06T00:22:26Z</dcterms:modified>
</cp:coreProperties>
</file>