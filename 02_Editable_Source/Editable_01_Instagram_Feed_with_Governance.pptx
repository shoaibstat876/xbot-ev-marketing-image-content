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46720"/>
            <a:ext cx="256032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914400"/>
            <a:ext cx="1645920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pic>
        <p:nvPicPr>
          <p:cNvPr id="4" name="Image 0" descr="/mnt/data/xbot_logo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47472"/>
            <a:ext cx="4023360" cy="941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RIDE THE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30352" y="2240280"/>
            <a:ext cx="4114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i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66928" y="2944368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mobility for modern cities.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66928" y="3694176"/>
            <a:ext cx="256032" cy="256032"/>
          </a:xfrm>
          <a:prstGeom prst="ellipse">
            <a:avLst/>
          </a:prstGeom>
          <a:solidFill>
            <a:srgbClr val="03101D">
              <a:alpha val="92000"/>
            </a:srgbClr>
          </a:solidFill>
          <a:ln w="12700">
            <a:solidFill>
              <a:srgbClr val="00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685032"/>
            <a:ext cx="20756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207568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CRAFTED WITH PRECISION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566928" y="4352544"/>
            <a:ext cx="256032" cy="256032"/>
          </a:xfrm>
          <a:prstGeom prst="ellipse">
            <a:avLst/>
          </a:prstGeom>
          <a:solidFill>
            <a:srgbClr val="03101D">
              <a:alpha val="92000"/>
            </a:srgbClr>
          </a:solidFill>
          <a:ln w="12700">
            <a:solidFill>
              <a:srgbClr val="00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343400"/>
            <a:ext cx="20756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FUTURISTIC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14400" y="4517136"/>
            <a:ext cx="207568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FORWARD-THINKING DESIGN</a:t>
            </a:r>
            <a:endParaRPr lang="en-US" sz="580" dirty="0"/>
          </a:p>
        </p:txBody>
      </p:sp>
      <p:sp>
        <p:nvSpPr>
          <p:cNvPr id="14" name="Shape 11"/>
          <p:cNvSpPr/>
          <p:nvPr/>
        </p:nvSpPr>
        <p:spPr>
          <a:xfrm>
            <a:off x="566928" y="5010912"/>
            <a:ext cx="256032" cy="256032"/>
          </a:xfrm>
          <a:prstGeom prst="ellipse">
            <a:avLst/>
          </a:prstGeom>
          <a:solidFill>
            <a:srgbClr val="03101D">
              <a:alpha val="92000"/>
            </a:srgbClr>
          </a:solidFill>
          <a:ln w="12700">
            <a:solidFill>
              <a:srgbClr val="00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5001768"/>
            <a:ext cx="20756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14400" y="5175504"/>
            <a:ext cx="207568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ENGINEERED FOR CONFIDENCE</a:t>
            </a:r>
            <a:endParaRPr lang="en-US" sz="580" dirty="0"/>
          </a:p>
        </p:txBody>
      </p:sp>
      <p:pic>
        <p:nvPicPr>
          <p:cNvPr id="17" name="Image 1" descr="/mnt/data/blue_scooter_cut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3063240"/>
            <a:ext cx="4892040" cy="32918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" y="6995160"/>
            <a:ext cx="2395728" cy="411480"/>
          </a:xfrm>
          <a:prstGeom prst="rect">
            <a:avLst/>
          </a:prstGeom>
          <a:solidFill>
            <a:srgbClr val="00D4D4"/>
          </a:solidFill>
          <a:ln>
            <a:solidFill>
              <a:srgbClr val="00D4D4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B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XBOT EV  →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66928" y="8156448"/>
            <a:ext cx="10972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XBOT EV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566928" y="8357616"/>
            <a:ext cx="24231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VISION. LIMITLESS FUTURE.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5815584" y="8357616"/>
            <a:ext cx="2743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PREMIUM. FUTURISTIC. RELIABLE.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46720"/>
            <a:ext cx="256032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914400"/>
            <a:ext cx="1645920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8321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XBOT EV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Plan — Instagram Feed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88136"/>
            <a:ext cx="8321040" cy="0"/>
          </a:xfrm>
          <a:prstGeom prst="line">
            <a:avLst/>
          </a:prstGeom>
          <a:noFill/>
          <a:ln w="889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4023360" cy="2426208"/>
          </a:xfrm>
          <a:prstGeom prst="roundRect">
            <a:avLst>
              <a:gd name="adj" fmla="val 3015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53896"/>
            <a:ext cx="36941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Purpose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719072"/>
            <a:ext cx="369417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instant product impact in a square feed format where users scroll fast and decide within seconds whether the brand looks credible.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023360" cy="2426208"/>
          </a:xfrm>
          <a:prstGeom prst="roundRect">
            <a:avLst>
              <a:gd name="adj" fmla="val 3015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453896"/>
            <a:ext cx="36941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Why We Use This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73752" y="1719072"/>
            <a:ext cx="369417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format: Instagram feed is strong for visual recall, product announcement, portfolio proof, and reusable campaign content. A square composition gives equal priority to brand, scooter, message, and CTA.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411480" y="3861816"/>
            <a:ext cx="4023360" cy="2426208"/>
          </a:xfrm>
          <a:prstGeom prst="roundRect">
            <a:avLst>
              <a:gd name="adj" fmla="val 3015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989832"/>
            <a:ext cx="36941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How It Benefits The Organization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" y="4255008"/>
            <a:ext cx="369417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benefit: improves brand recognition, creates a reusable campaign asset, supports product awareness, and gives marketing a clean template for future launches.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709160" y="3861816"/>
            <a:ext cx="4023360" cy="2426208"/>
          </a:xfrm>
          <a:prstGeom prst="roundRect">
            <a:avLst>
              <a:gd name="adj" fmla="val 3015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3989832"/>
            <a:ext cx="36941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Governance Controls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3752" y="4255008"/>
            <a:ext cx="369417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used: official palette, approved brand attributes only, visible logo clear space, no unverified product claims, same hero scooter, and platform-safe text hierarchy.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411480" y="6397752"/>
            <a:ext cx="8321040" cy="2426208"/>
          </a:xfrm>
          <a:prstGeom prst="roundRect">
            <a:avLst>
              <a:gd name="adj" fmla="val 3015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6525768"/>
            <a:ext cx="7991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 QA / Evidence Before Submission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072" y="6790944"/>
            <a:ext cx="799185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evidence: checked for readability, consistent colors, claim safety, product focus, editable text layers, and correct 1080 × 1080 format.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11480" y="8869680"/>
            <a:ext cx="8321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→ BACKEND-STYLE GOVERNANCE THINKING → QA → DEPLOYMENT-READY EXPORTS → DOCS → SUBMISSION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XBOT 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XBOT EV Instagram Feed — Editable With Governance</dc:title>
  <dc:subject>XBOT EV Instagram Feed — Editable With Governance</dc:subject>
  <dc:creator>OpenAI</dc:creator>
  <cp:lastModifiedBy>OpenAI</cp:lastModifiedBy>
  <cp:revision>1</cp:revision>
  <dcterms:created xsi:type="dcterms:W3CDTF">2026-09-06T00:22:26Z</dcterms:created>
  <dcterms:modified xsi:type="dcterms:W3CDTF">2026-09-06T00:22:26Z</dcterms:modified>
</cp:coreProperties>
</file>