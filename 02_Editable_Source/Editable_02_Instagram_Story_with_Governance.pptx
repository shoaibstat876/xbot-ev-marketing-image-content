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046720"/>
            <a:ext cx="1440180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09060" y="914400"/>
            <a:ext cx="925830" cy="0"/>
          </a:xfrm>
          <a:prstGeom prst="line">
            <a:avLst/>
          </a:prstGeom>
          <a:noFill/>
          <a:ln w="12700">
            <a:solidFill>
              <a:srgbClr val="00D4D4">
                <a:alpha val="45000"/>
              </a:srgbClr>
            </a:solidFill>
            <a:prstDash val="solid"/>
          </a:ln>
        </p:spPr>
      </p:sp>
      <p:pic>
        <p:nvPicPr>
          <p:cNvPr id="4" name="Image 0" descr="/mnt/data/xbot_logo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384048"/>
            <a:ext cx="4315968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8912" y="1600200"/>
            <a:ext cx="4206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SMARTER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38912" y="2057400"/>
            <a:ext cx="4206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MOBILITY.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38912" y="2514600"/>
            <a:ext cx="4206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STRONGER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38912" y="2971800"/>
            <a:ext cx="4206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i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FUTURE.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960120" y="3749040"/>
            <a:ext cx="256032" cy="256032"/>
          </a:xfrm>
          <a:prstGeom prst="ellipse">
            <a:avLst/>
          </a:prstGeom>
          <a:solidFill>
            <a:srgbClr val="03101D">
              <a:alpha val="92000"/>
            </a:srgbClr>
          </a:solidFill>
          <a:ln w="12700">
            <a:solidFill>
              <a:srgbClr val="00D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07592" y="3739896"/>
            <a:ext cx="29443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307592" y="3913632"/>
            <a:ext cx="294436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SMARTER EXPERIENCES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960120" y="4370832"/>
            <a:ext cx="256032" cy="256032"/>
          </a:xfrm>
          <a:prstGeom prst="ellipse">
            <a:avLst/>
          </a:prstGeom>
          <a:solidFill>
            <a:srgbClr val="03101D">
              <a:alpha val="92000"/>
            </a:srgbClr>
          </a:solidFill>
          <a:ln w="12700">
            <a:solidFill>
              <a:srgbClr val="00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07592" y="4361688"/>
            <a:ext cx="29443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FUTURISTIC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307592" y="4535424"/>
            <a:ext cx="294436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LEADING THE FUTURE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960120" y="4992624"/>
            <a:ext cx="256032" cy="256032"/>
          </a:xfrm>
          <a:prstGeom prst="ellipse">
            <a:avLst/>
          </a:prstGeom>
          <a:solidFill>
            <a:srgbClr val="03101D">
              <a:alpha val="92000"/>
            </a:srgbClr>
          </a:solidFill>
          <a:ln w="12700">
            <a:solidFill>
              <a:srgbClr val="00D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07592" y="4983480"/>
            <a:ext cx="29443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307592" y="5157216"/>
            <a:ext cx="294436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TO PERFORM</a:t>
            </a:r>
            <a:endParaRPr lang="en-US" sz="580" dirty="0"/>
          </a:p>
        </p:txBody>
      </p:sp>
      <p:pic>
        <p:nvPicPr>
          <p:cNvPr id="18" name="Image 1" descr="/mnt/data/blue_scooter_cut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413248"/>
            <a:ext cx="4160520" cy="2788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87552" y="8430768"/>
            <a:ext cx="3218688" cy="384048"/>
          </a:xfrm>
          <a:prstGeom prst="rect">
            <a:avLst/>
          </a:prstGeom>
          <a:solidFill>
            <a:srgbClr val="00D4D4"/>
          </a:solidFill>
          <a:ln>
            <a:solidFill>
              <a:srgbClr val="00D4D4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B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XBOT EV  →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48640" y="8869680"/>
            <a:ext cx="4041648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VISION. LIMITLESS FUTURE.</a:t>
            </a:r>
            <a:endParaRPr lang="en-US" sz="6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046720"/>
            <a:ext cx="1440180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09060" y="914400"/>
            <a:ext cx="925830" cy="0"/>
          </a:xfrm>
          <a:prstGeom prst="line">
            <a:avLst/>
          </a:prstGeom>
          <a:noFill/>
          <a:ln w="1270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43205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XBOT EV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43205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 Plan — Instagram Story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1088136"/>
            <a:ext cx="4320540" cy="0"/>
          </a:xfrm>
          <a:prstGeom prst="line">
            <a:avLst/>
          </a:prstGeom>
          <a:noFill/>
          <a:ln w="889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2023110" cy="2426208"/>
          </a:xfrm>
          <a:prstGeom prst="roundRect">
            <a:avLst>
              <a:gd name="adj" fmla="val 3616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53896"/>
            <a:ext cx="169392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Purpose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719072"/>
            <a:ext cx="1693926" cy="1923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a vertical, mobile-first brand experience that feels more immersive than the feed post and pushes one simple action: Explore XBOT EV.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2708910" y="1325880"/>
            <a:ext cx="2023110" cy="2426208"/>
          </a:xfrm>
          <a:prstGeom prst="roundRect">
            <a:avLst>
              <a:gd name="adj" fmla="val 3616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3502" y="1453896"/>
            <a:ext cx="169392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Why We Use This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73502" y="1719072"/>
            <a:ext cx="1693926" cy="1923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format: Stories use full-screen attention, so the design uses vertical hierarchy, larger headline rhythm, and a clear CTA near the bottom thumb zone.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411480" y="3861816"/>
            <a:ext cx="2023110" cy="2426208"/>
          </a:xfrm>
          <a:prstGeom prst="roundRect">
            <a:avLst>
              <a:gd name="adj" fmla="val 3616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989832"/>
            <a:ext cx="169392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How It Benefits The Organization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" y="4255008"/>
            <a:ext cx="1693926" cy="1923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Organizational benefit: supports campaign reach, mobile engagement, and paid/social story placements while keeping the same brand system intact.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2708910" y="3861816"/>
            <a:ext cx="2023110" cy="2426208"/>
          </a:xfrm>
          <a:prstGeom prst="roundRect">
            <a:avLst>
              <a:gd name="adj" fmla="val 3616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73502" y="3989832"/>
            <a:ext cx="169392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 Governance Controls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73502" y="4255008"/>
            <a:ext cx="1693926" cy="1923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used: same colors, logo system, scooter, claim-safe benefit words, consistent tone, and less dense copy so the vertical format stays readable.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411480" y="6397752"/>
            <a:ext cx="4320540" cy="2426208"/>
          </a:xfrm>
          <a:prstGeom prst="roundRect">
            <a:avLst>
              <a:gd name="adj" fmla="val 3015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6525768"/>
            <a:ext cx="39913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 QA / Evidence Before Submission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6072" y="6790944"/>
            <a:ext cx="3991356" cy="1923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evidence: checked safe area, top logo visibility, bottom CTA visibility, text contrast, no unsupported booking claim, and correct 1080 × 1920 format.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411480" y="8869680"/>
            <a:ext cx="43205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→ BACKEND-STYLE GOVERNANCE THINKING → QA → DEPLOYMENT-READY EXPORTS → DOCS → SUBMISSION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XBOT 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XBOT EV Instagram Story — Editable With Governance</dc:title>
  <dc:subject>XBOT EV Instagram Story — Editable With Governance</dc:subject>
  <dc:creator>OpenAI</dc:creator>
  <cp:lastModifiedBy>OpenAI</cp:lastModifiedBy>
  <cp:revision>1</cp:revision>
  <dcterms:created xsi:type="dcterms:W3CDTF">2026-09-06T00:22:26Z</dcterms:created>
  <dcterms:modified xsi:type="dcterms:W3CDTF">2026-09-06T00:22:26Z</dcterms:modified>
</cp:coreProperties>
</file>