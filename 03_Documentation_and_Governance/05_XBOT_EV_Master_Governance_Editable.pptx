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pic>
        <p:nvPicPr>
          <p:cNvPr id="4" name="Image 0" descr="/mnt/data/xbot_logo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57200"/>
            <a:ext cx="41605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5943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MASTERPIECE CAMPAIGN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359152"/>
            <a:ext cx="5852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 &amp; GOVERNANCE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3063240"/>
            <a:ext cx="5303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campaign system for three platform assets: Instagram Feed, Instagram Story, and Facebook Cover.</a:t>
            </a:r>
            <a:endParaRPr lang="en-US" sz="1600" dirty="0"/>
          </a:p>
        </p:txBody>
      </p:sp>
      <p:pic>
        <p:nvPicPr>
          <p:cNvPr id="8" name="Image 1" descr="/mnt/data/blue_scooter_cut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57400"/>
            <a:ext cx="4572000" cy="3063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6108192"/>
            <a:ext cx="69494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CLAIM-SAFE • BRAND-GOVERNED • PLATFORM-READY • EDITABLE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57200"/>
            <a:ext cx="6400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Requirement 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896112"/>
            <a:ext cx="5852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/ Expected / Optional separated before execution.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45336"/>
            <a:ext cx="31912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Mandatory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810512"/>
            <a:ext cx="319125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 final images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Correct platform sizes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Brand consistency note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Short case study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Editable versions for revision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545336"/>
            <a:ext cx="31912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07992" y="1810512"/>
            <a:ext cx="319125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Clear logo placement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Consistent color palette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Clean typography hierarchy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Same product identity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Different composition per platform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545336"/>
            <a:ext cx="31912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Distinction-Level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84464" y="1810512"/>
            <a:ext cx="319125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Claim-safe copy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Governance rationale per task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QA checklist before submission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Organizational benefit explained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Reusable campaign system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566928" y="5897880"/>
            <a:ext cx="9601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ONE BRAND SYSTEM, THREE PURPOSE-BUILT LAYOUTS.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Execution Governance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444752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08233D">
              <a:alpha val="97000"/>
            </a:srgbClr>
          </a:solidFill>
          <a:ln w="1016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MVP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2468880"/>
            <a:ext cx="1417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core campaign visual system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2697480"/>
            <a:ext cx="32004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2888" y="1444752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061B32">
              <a:alpha val="97000"/>
            </a:srgbClr>
          </a:solidFill>
          <a:ln w="1016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0048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2468880"/>
            <a:ext cx="1417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shared brand rules and claim-safe copy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2697480"/>
            <a:ext cx="32004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07408" y="1444752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08233D">
              <a:alpha val="97000"/>
            </a:srgbClr>
          </a:solidFill>
          <a:ln w="1016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44568" y="2468880"/>
            <a:ext cx="1417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size, contrast, layout, and wording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32004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81928" y="1444752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061B32">
              <a:alpha val="97000"/>
            </a:srgbClr>
          </a:solidFill>
          <a:ln w="1016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19088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2468880"/>
            <a:ext cx="1417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platform-ready assets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2697480"/>
            <a:ext cx="32004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56448" y="1444752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08233D">
              <a:alpha val="97000"/>
            </a:srgbClr>
          </a:solidFill>
          <a:ln w="1016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93608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3608" y="2468880"/>
            <a:ext cx="1417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rationale, governance, and case study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75520" y="2697480"/>
            <a:ext cx="32004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30968" y="1444752"/>
            <a:ext cx="1691640" cy="2560320"/>
          </a:xfrm>
          <a:prstGeom prst="roundRect">
            <a:avLst>
              <a:gd name="adj" fmla="val 4324"/>
            </a:avLst>
          </a:prstGeom>
          <a:solidFill>
            <a:srgbClr val="061B32">
              <a:alpha val="97000"/>
            </a:srgbClr>
          </a:solidFill>
          <a:ln w="1016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8128" y="164592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68128" y="1993392"/>
            <a:ext cx="1417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68128" y="2468880"/>
            <a:ext cx="1417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editable files and final outputs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4846320"/>
            <a:ext cx="10698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principle: Every creative decision must be traceable to brand guidelines, platform purpose, or user behavior — not personal taste.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5852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 1A — Instagram Feed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193792" y="1005840"/>
            <a:ext cx="297180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58384" y="1133856"/>
            <a:ext cx="2642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58384" y="1399032"/>
            <a:ext cx="26426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instant product impact in a square feed format where users scroll fast and decide within seconds whether the brand looks credible.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412480" y="1005840"/>
            <a:ext cx="315468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77072" y="1133856"/>
            <a:ext cx="2825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Use This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77072" y="1399032"/>
            <a:ext cx="2825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format: Instagram feed is strong for visual recall, product announcement, portfolio proof, and reusable campaign content. A square composition gives equal priority to brand, scooter, message, and CTA.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5193792" y="2578608"/>
            <a:ext cx="297180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58384" y="2706624"/>
            <a:ext cx="2642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Controls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58384" y="2971800"/>
            <a:ext cx="26426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used: official palette, approved brand attributes only, visible logo clear space, no unverified product claims, same hero scooter, and platform-safe text hierarchy.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8412480" y="2578608"/>
            <a:ext cx="315468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77072" y="2706624"/>
            <a:ext cx="2825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Organization Benefit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77072" y="2971800"/>
            <a:ext cx="2825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benefit: improves brand recognition, creates a reusable campaign asset, supports product awareness, and gives marketing a clean template for future launches.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5193792" y="4169664"/>
            <a:ext cx="6373368" cy="1207008"/>
          </a:xfrm>
          <a:prstGeom prst="roundRect">
            <a:avLst>
              <a:gd name="adj" fmla="val 6061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58384" y="4297680"/>
            <a:ext cx="60441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QA Evidence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58384" y="4562856"/>
            <a:ext cx="60441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evidence: checked for readability, consistent colors, claim safety, product focus, editable text layers, and correct 1080 × 1080 format.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658368" y="5715000"/>
            <a:ext cx="3931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 × 1080 • PRODUCT-IMPACT LAYOUT</a:t>
            </a:r>
            <a:endParaRPr lang="en-US" sz="750" dirty="0"/>
          </a:p>
        </p:txBody>
      </p:sp>
      <p:pic>
        <p:nvPicPr>
          <p:cNvPr id="22" name="Picture 21" descr="01_XBOT_EV_Instagram_Feed_1080x1080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5852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 1B — Instagram Story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193792" y="1005840"/>
            <a:ext cx="297180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58384" y="1133856"/>
            <a:ext cx="2642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58384" y="1399032"/>
            <a:ext cx="26426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a vertical, mobile-first brand experience that feels more immersive than the feed post and pushes one simple action: Explore XBOT EV.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412480" y="1005840"/>
            <a:ext cx="315468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77072" y="1133856"/>
            <a:ext cx="2825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Use This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77072" y="1399032"/>
            <a:ext cx="2825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format: Stories use full-screen attention, so the design uses vertical hierarchy, larger headline rhythm, and a clear CTA near the bottom thumb zone.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5193792" y="2578608"/>
            <a:ext cx="297180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58384" y="2706624"/>
            <a:ext cx="2642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Controls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58384" y="2971800"/>
            <a:ext cx="264261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used: same colors, logo system, scooter, claim-safe benefit words, consistent tone, and less dense copy so the vertical format stays readable.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8412480" y="2578608"/>
            <a:ext cx="3154680" cy="1335024"/>
          </a:xfrm>
          <a:prstGeom prst="roundRect">
            <a:avLst>
              <a:gd name="adj" fmla="val 547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77072" y="2706624"/>
            <a:ext cx="2825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Organization Benefit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77072" y="2971800"/>
            <a:ext cx="282549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benefit: supports campaign reach, mobile engagement, and paid/social story placements while keeping the same brand system intact.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5193792" y="4169664"/>
            <a:ext cx="6373368" cy="1207008"/>
          </a:xfrm>
          <a:prstGeom prst="roundRect">
            <a:avLst>
              <a:gd name="adj" fmla="val 6061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58384" y="4297680"/>
            <a:ext cx="60441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QA Evidence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58384" y="4562856"/>
            <a:ext cx="60441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evidence: checked safe area, top logo visibility, bottom CTA visibility, text contrast, no unsupported booking claim, and correct 1080 × 1920 format.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658368" y="5715000"/>
            <a:ext cx="3931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 × 1920 • MOBILE-FIRST VERTICAL LAYOUT</a:t>
            </a:r>
            <a:endParaRPr lang="en-US" sz="750" dirty="0"/>
          </a:p>
        </p:txBody>
      </p:sp>
      <p:pic>
        <p:nvPicPr>
          <p:cNvPr id="22" name="Picture 21" descr="02_XBOT_EV_Instagram_Story_1080x1920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195" y="1143000"/>
            <a:ext cx="236601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6400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 1C — Facebook Cover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0" y="987552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33872" y="1115568"/>
            <a:ext cx="24597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33872" y="1380744"/>
            <a:ext cx="24597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a wide brand billboard for profile/page visibility, using a calmer composition that communicates the brand identity at a glance.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732520" y="987552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97112" y="1115568"/>
            <a:ext cx="25054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Use This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97112" y="1380744"/>
            <a:ext cx="25054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format: Facebook cover space is wide and shallow, so the design separates message on the left and scooter on the right, avoiding cramped text.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5669280" y="2542032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670048"/>
            <a:ext cx="24597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Controls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2935224"/>
            <a:ext cx="245973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used: minimal copy, approved brand attributes, wide-safe composition, logo prominence, consistent color palette, and no unverifiable performance claims.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8732520" y="2542032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97112" y="2670048"/>
            <a:ext cx="25054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Organization Benefit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897112" y="2935224"/>
            <a:ext cx="25054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benefit: strengthens page professionalism, supports campaign consistency across platforms, and gives the organization a reusable hero banner.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5669280" y="4096512"/>
            <a:ext cx="5897880" cy="1188720"/>
          </a:xfrm>
          <a:prstGeom prst="roundRect">
            <a:avLst>
              <a:gd name="adj" fmla="val 615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33872" y="4224528"/>
            <a:ext cx="55686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QA Evidence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33872" y="4489704"/>
            <a:ext cx="556869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evidence: checked wide readability, central/safe area composition, brand alignment, low text clutter, and correct 1640 × 624 working size.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658368" y="3383280"/>
            <a:ext cx="4663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1640 × 624 • WIDE BRAND-BILLBOARD LAYOUT</a:t>
            </a:r>
            <a:endParaRPr lang="en-US" sz="750" dirty="0"/>
          </a:p>
        </p:txBody>
      </p:sp>
      <p:pic>
        <p:nvPicPr>
          <p:cNvPr id="22" name="Picture 21" descr="03_XBOT_EV_Facebook_Cover_1640x624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5555"/>
            <a:ext cx="4800600" cy="1826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3413675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88" y="685800"/>
            <a:ext cx="2194505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38912"/>
            <a:ext cx="8686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Case Study &amp; Final Submission Governance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0972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25296"/>
            <a:ext cx="5111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5111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three XBOT EV social media assets that look premium, futuristic, and reliable while remaining safe for assessment use and aligned with the supplied brand identity.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6291072" y="10972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225296"/>
            <a:ext cx="50200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55664" y="1490472"/>
            <a:ext cx="50200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used one campaign system, then adapted composition by platform. Feed focuses on impact, Story focuses on vertical engagement, and Facebook Cover focuses on wide brand presence.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66928" y="24231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51176"/>
            <a:ext cx="5111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Benefits The Organization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816352"/>
            <a:ext cx="511149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gives XBOT EV a reusable design system, supports brand recall across platforms, reduces inconsistent campaign output, and keeps marketing copy safer by avoiding unsupported product claims.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91072" y="24231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551176"/>
            <a:ext cx="50200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Controls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55664" y="2816352"/>
            <a:ext cx="502005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palette, logo clear space, typography hierarchy, platform dimensions, claim-safe vocabulary, visual consistency, editability, and final package traceability.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66928" y="39319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59936"/>
            <a:ext cx="107350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Submission Checklist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325112"/>
            <a:ext cx="107350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3 editable PPTX files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3 platform-specific layouts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Claim-safe wording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Purpose and rationale after each task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Brand consistency and organizational benefit included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Master governance deck included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566928" y="6163056"/>
            <a:ext cx="10881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SUBMISSION AFTER FINAL MANUAL REVIEW OF SPELLING, LOGO PLACEMENT, AND REQUIRED FILE FORMATS.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XBOT 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XBOT EV Masterpiece Campaign Plan &amp; Governance</dc:title>
  <dc:subject>XBOT EV Masterpiece Campaign Plan &amp; Governance</dc:subject>
  <dc:creator>OpenAI</dc:creator>
  <cp:lastModifiedBy>OpenAI</cp:lastModifiedBy>
  <cp:revision>1</cp:revision>
  <dcterms:created xsi:type="dcterms:W3CDTF">2026-09-06T00:22:26Z</dcterms:created>
  <dcterms:modified xsi:type="dcterms:W3CDTF">2026-09-06T00:22:26Z</dcterms:modified>
</cp:coreProperties>
</file>